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ARCHITECTURE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38160" y="118872"/>
            <a:ext cx="118872" cy="228600"/>
          </a:xfrm>
          <a:prstGeom prst="roundRect">
            <a:avLst>
              <a:gd name="adj" fmla="val 23077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93608" y="91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EE"/>
                </a:solidFill>
              </a:rPr>
              <a:t>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098280" y="118872"/>
            <a:ext cx="118872" cy="228600"/>
          </a:xfrm>
          <a:prstGeom prst="roundRect">
            <a:avLst>
              <a:gd name="adj" fmla="val 23077"/>
            </a:avLst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53728" y="91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EE"/>
                </a:solidFill>
              </a:rPr>
              <a:t>N-1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058400" y="118872"/>
            <a:ext cx="118872" cy="228600"/>
          </a:xfrm>
          <a:prstGeom prst="roundRect">
            <a:avLst>
              <a:gd name="adj" fmla="val 23077"/>
            </a:avLst>
          </a:prstGeom>
          <a:solidFill>
            <a:srgbClr val="26A0B4"/>
          </a:solidFill>
          <a:ln w="12700">
            <a:solidFill>
              <a:srgbClr val="26A0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3848" y="91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EE"/>
                </a:solidFill>
              </a:rPr>
              <a:t>N-2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018520" y="118872"/>
            <a:ext cx="118872" cy="228600"/>
          </a:xfrm>
          <a:prstGeom prst="roundRect">
            <a:avLst>
              <a:gd name="adj" fmla="val 23077"/>
            </a:avLst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73968" y="914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FEE"/>
                </a:solidFill>
              </a:rPr>
              <a:t>Agent Layer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28016" y="457200"/>
            <a:ext cx="987552" cy="636422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 rot="16200000">
            <a:off x="-2560320" y="3145536"/>
            <a:ext cx="636422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CENTRAL ORCHESTRATOR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3736" y="502920"/>
            <a:ext cx="896112" cy="950976"/>
          </a:xfrm>
          <a:prstGeom prst="rect">
            <a:avLst/>
          </a:prstGeom>
          <a:solidFill>
            <a:srgbClr val="1B4F72"/>
          </a:solidFill>
          <a:ln w="12700">
            <a:solidFill>
              <a:srgbClr val="3A7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" y="502920"/>
            <a:ext cx="896112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" y="1092525"/>
            <a:ext cx="896112" cy="304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CCE0"/>
                </a:solidFill>
              </a:rPr>
              <a:t>Central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207008" y="502920"/>
            <a:ext cx="1298448" cy="502920"/>
          </a:xfrm>
          <a:prstGeom prst="roundRect">
            <a:avLst>
              <a:gd name="adj" fmla="val 12727"/>
            </a:avLst>
          </a:prstGeom>
          <a:solidFill>
            <a:srgbClr val="1A6EA8"/>
          </a:solidFill>
          <a:ln w="12700">
            <a:solidFill>
              <a:srgbClr val="1A6EA8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07008" y="50292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Domain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Systems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87752" y="502920"/>
            <a:ext cx="9445752" cy="502920"/>
          </a:xfrm>
          <a:prstGeom prst="roundRect">
            <a:avLst>
              <a:gd name="adj" fmla="val 12727"/>
            </a:avLst>
          </a:prstGeom>
          <a:solidFill>
            <a:srgbClr val="1A7FA8"/>
          </a:solidFill>
          <a:ln w="31750">
            <a:solidFill>
              <a:srgbClr val="E07030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87752" y="50292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Vehicle System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07008" y="1042416"/>
            <a:ext cx="1298448" cy="411480"/>
          </a:xfrm>
          <a:prstGeom prst="rect">
            <a:avLst/>
          </a:prstGeom>
          <a:solidFill>
            <a:srgbClr val="26A0B4"/>
          </a:solidFill>
          <a:ln w="12700">
            <a:solidFill>
              <a:srgbClr val="26A0B4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07008" y="1042416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87752" y="1042416"/>
            <a:ext cx="1823314" cy="411480"/>
          </a:xfrm>
          <a:prstGeom prst="rect">
            <a:avLst/>
          </a:prstGeom>
          <a:solidFill>
            <a:srgbClr val="26A0B4"/>
          </a:solidFill>
          <a:ln w="10160">
            <a:solidFill>
              <a:srgbClr val="5ACEE0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87752" y="1042416"/>
            <a:ext cx="1823314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Frames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93362" y="1042416"/>
            <a:ext cx="1823314" cy="411480"/>
          </a:xfrm>
          <a:prstGeom prst="rect">
            <a:avLst/>
          </a:prstGeom>
          <a:solidFill>
            <a:srgbClr val="26A0B4"/>
          </a:solidFill>
          <a:ln w="10160">
            <a:solidFill>
              <a:srgbClr val="5ACEE0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93362" y="1042416"/>
            <a:ext cx="1823314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Steering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98971" y="1042416"/>
            <a:ext cx="1823314" cy="411480"/>
          </a:xfrm>
          <a:prstGeom prst="rect">
            <a:avLst/>
          </a:prstGeom>
          <a:solidFill>
            <a:srgbClr val="26A0B4"/>
          </a:solidFill>
          <a:ln w="10160">
            <a:solidFill>
              <a:srgbClr val="5ACEE0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98971" y="1042416"/>
            <a:ext cx="1823314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System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304581" y="1042416"/>
            <a:ext cx="1823314" cy="411480"/>
          </a:xfrm>
          <a:prstGeom prst="rect">
            <a:avLst/>
          </a:prstGeom>
          <a:solidFill>
            <a:srgbClr val="26A0B4"/>
          </a:solidFill>
          <a:ln w="10160">
            <a:solidFill>
              <a:srgbClr val="5ACEE0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304581" y="1042416"/>
            <a:ext cx="1823314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Suspension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210190" y="1042416"/>
            <a:ext cx="1823314" cy="411480"/>
          </a:xfrm>
          <a:prstGeom prst="rect">
            <a:avLst/>
          </a:prstGeom>
          <a:solidFill>
            <a:srgbClr val="ECF2F6"/>
          </a:solidFill>
          <a:ln w="15240">
            <a:solidFill>
              <a:srgbClr val="B8CCD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0210190" y="1042416"/>
            <a:ext cx="182331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8A"/>
                </a:solidFill>
              </a:rPr>
              <a:t>Others...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207008" y="1517904"/>
            <a:ext cx="1298448" cy="969264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207008" y="1517904"/>
            <a:ext cx="1298448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Advisor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87752" y="1517904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87752" y="1517904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493362" y="1517904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93362" y="1517904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398971" y="1517904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8971" y="1517904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8304581" y="1517904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04581" y="1517904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10210190" y="1517904"/>
            <a:ext cx="1823314" cy="969264"/>
          </a:xfrm>
          <a:prstGeom prst="rect">
            <a:avLst/>
          </a:prstGeom>
          <a:solidFill>
            <a:srgbClr val="F5F8FA"/>
          </a:solidFill>
          <a:ln w="12700">
            <a:solidFill>
              <a:srgbClr val="B8CCD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207008" y="2551176"/>
            <a:ext cx="1298448" cy="969264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207008" y="2551176"/>
            <a:ext cx="1298448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Design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87752" y="2551176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87752" y="2551176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4493362" y="2551176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3362" y="2551176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6398971" y="2551176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8971" y="2551176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8304581" y="2551176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04581" y="2551176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54" name="Shape 52"/>
          <p:cNvSpPr/>
          <p:nvPr/>
        </p:nvSpPr>
        <p:spPr>
          <a:xfrm>
            <a:off x="10210190" y="2551176"/>
            <a:ext cx="1823314" cy="969264"/>
          </a:xfrm>
          <a:prstGeom prst="rect">
            <a:avLst/>
          </a:prstGeom>
          <a:solidFill>
            <a:srgbClr val="F5F8FA"/>
          </a:solidFill>
          <a:ln w="12700">
            <a:solidFill>
              <a:srgbClr val="B8CCD8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207008" y="3584448"/>
            <a:ext cx="1298448" cy="969264"/>
          </a:xfrm>
          <a:prstGeom prst="rect">
            <a:avLst/>
          </a:prstGeom>
          <a:solidFill>
            <a:srgbClr val="1A8F8F"/>
          </a:solidFill>
          <a:ln w="12700">
            <a:solidFill>
              <a:srgbClr val="1A8F8F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1207008" y="3584448"/>
            <a:ext cx="1298448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Verification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87752" y="3584448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87752" y="3584448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4493362" y="3584448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98971" y="3584448"/>
            <a:ext cx="1823314" cy="969264"/>
          </a:xfrm>
          <a:prstGeom prst="rect">
            <a:avLst/>
          </a:prstGeom>
          <a:solidFill>
            <a:srgbClr val="D0EDE8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98971" y="3584448"/>
            <a:ext cx="182331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A6E"/>
                </a:solidFill>
              </a:rPr>
              <a:t>✓</a:t>
            </a:r>
            <a:endParaRPr lang="en-US" sz="2200" dirty="0"/>
          </a:p>
        </p:txBody>
      </p:sp>
      <p:sp>
        <p:nvSpPr>
          <p:cNvPr id="62" name="Shape 60"/>
          <p:cNvSpPr/>
          <p:nvPr/>
        </p:nvSpPr>
        <p:spPr>
          <a:xfrm>
            <a:off x="8304581" y="3584448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10190" y="3584448"/>
            <a:ext cx="1823314" cy="969264"/>
          </a:xfrm>
          <a:prstGeom prst="rect">
            <a:avLst/>
          </a:prstGeom>
          <a:solidFill>
            <a:srgbClr val="F5F8FA"/>
          </a:solidFill>
          <a:ln w="12700">
            <a:solidFill>
              <a:srgbClr val="B8CCD8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207008" y="4617720"/>
            <a:ext cx="1298448" cy="969264"/>
          </a:xfrm>
          <a:prstGeom prst="rect">
            <a:avLst/>
          </a:prstGeom>
          <a:solidFill>
            <a:srgbClr val="6C55CC"/>
          </a:solidFill>
          <a:ln w="12700">
            <a:solidFill>
              <a:srgbClr val="6C55CC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1207008" y="4617720"/>
            <a:ext cx="1298448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DFMEA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587752" y="4617720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3362" y="4617720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98971" y="4617720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304581" y="4617720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210190" y="4617720"/>
            <a:ext cx="1823314" cy="969264"/>
          </a:xfrm>
          <a:prstGeom prst="rect">
            <a:avLst/>
          </a:prstGeom>
          <a:solidFill>
            <a:srgbClr val="F5F8FA"/>
          </a:solidFill>
          <a:ln w="12700">
            <a:solidFill>
              <a:srgbClr val="B8CCD8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1207008" y="5650992"/>
            <a:ext cx="1298448" cy="969264"/>
          </a:xfrm>
          <a:prstGeom prst="rect">
            <a:avLst/>
          </a:prstGeom>
          <a:solidFill>
            <a:srgbClr val="E2EBF2"/>
          </a:solidFill>
          <a:ln w="12700">
            <a:solidFill>
              <a:srgbClr val="B8CCD8"/>
            </a:solidFill>
            <a:prstDash val="solid"/>
          </a:ln>
          <a:effectLst>
            <a:outerShdw sx="100000" sy="100000" kx="0" ky="0" algn="bl" rotWithShape="0" blurRad="50800" dist="25400" dir="8100000">
              <a:srgbClr val="8AAABB">
                <a:alpha val="1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1207008" y="5650992"/>
            <a:ext cx="1298448" cy="9692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7A8A"/>
                </a:solidFill>
              </a:rPr>
              <a:t>+ More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A7A8A"/>
                </a:solidFill>
              </a:rPr>
              <a:t>Agents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587752" y="5650992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93362" y="5650992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98971" y="5650992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04581" y="5650992"/>
            <a:ext cx="1823314" cy="969264"/>
          </a:xfrm>
          <a:prstGeom prst="rect">
            <a:avLst/>
          </a:prstGeom>
          <a:solidFill>
            <a:srgbClr val="F5F8FA"/>
          </a:solidFill>
          <a:ln w="10160">
            <a:solidFill>
              <a:srgbClr val="B8CC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210190" y="5650992"/>
            <a:ext cx="1823314" cy="969264"/>
          </a:xfrm>
          <a:prstGeom prst="rect">
            <a:avLst/>
          </a:prstGeom>
          <a:solidFill>
            <a:srgbClr val="F5F8FA"/>
          </a:solidFill>
          <a:ln w="12700">
            <a:solidFill>
              <a:srgbClr val="B8CCD8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1207008" y="6656832"/>
            <a:ext cx="108264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A7A8A"/>
                </a:solidFill>
              </a:rPr>
              <a:t>Same or different agent set for every subsystem  —  ✓ = activated  |  extensible as per requirements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2026-05-14T05:58:42Z</dcterms:created>
  <dcterms:modified xsi:type="dcterms:W3CDTF">2026-05-14T05:58:42Z</dcterms:modified>
</cp:coreProperties>
</file>